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81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8853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TIẾN ĐỘ DỰ ÁN — DASHBOARD LACCO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Giai đoạn 1 (WebApp MVP · 8 tuần)  ·  Cập nhật Tuần 4 — 07/09/2026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83880" y="155448"/>
            <a:ext cx="1691640" cy="932688"/>
          </a:xfrm>
          <a:prstGeom prst="roundRect">
            <a:avLst>
              <a:gd name="adj" fmla="val 7843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83880" y="219456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55,3%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8238744" y="7315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Toàn dự án · 21/38 bước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12680" y="155448"/>
            <a:ext cx="1691640" cy="932688"/>
          </a:xfrm>
          <a:prstGeom prst="roundRect">
            <a:avLst>
              <a:gd name="adj" fmla="val 7843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12680" y="219456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067544" y="731520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 · 4/4 bước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898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LỘ TRÌNH 8 TUẦN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51560" y="2331720"/>
            <a:ext cx="10104120" cy="0"/>
          </a:xfrm>
          <a:prstGeom prst="line">
            <a:avLst/>
          </a:prstGeom>
          <a:noFill/>
          <a:ln w="25400">
            <a:solidFill>
              <a:srgbClr val="C7CF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75557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75557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chốt yêu cầu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84632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7" name="Shape 15 (Tuan2)"/>
          <p:cNvSpPr/>
          <p:nvPr/>
        </p:nvSpPr>
        <p:spPr>
          <a:xfrm>
            <a:off x="1928078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9" name="Text 16 (Tuan2)"/>
          <p:cNvSpPr/>
          <p:nvPr/>
        </p:nvSpPr>
        <p:spPr>
          <a:xfrm>
            <a:off x="1928078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4632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266406" y="2103120"/>
            <a:ext cx="457200" cy="457200"/>
          </a:xfrm>
          <a:prstGeom prst="ellipse">
            <a:avLst/>
          </a:prstGeom>
          <a:solidFill>
            <a:schemeClr val="tx2">
              <a:lumMod val="75000"/>
            </a:schemeClr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26640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1819003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2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819003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(schema, import)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709851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709851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62449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62449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53297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153297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705894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05894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đợt 1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596743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596743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149340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149340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đợt 2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40189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040189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592786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92786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năng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483634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48363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036231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7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036231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927080" y="21031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9AA5B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92708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10479677" y="1719072"/>
            <a:ext cx="13520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7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8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0479677" y="2633472"/>
            <a:ext cx="135200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UAT &amp;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3703320"/>
            <a:ext cx="5623560" cy="2743200"/>
          </a:xfrm>
          <a:prstGeom prst="roundRect">
            <a:avLst>
              <a:gd name="adj" fmla="val 2667"/>
            </a:avLst>
          </a:prstGeom>
          <a:solidFill>
            <a:srgbClr val="F3F6FB"/>
          </a:solidFill>
          <a:ln/>
          <a:effectLst>
            <a:outerShdw blurRad="76200" dist="25400" dir="5400000" algn="bl" rotWithShape="0">
              <a:srgbClr val="9AA5B4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13232" y="3849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 — CHI TIẾT 4 BƯỚC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13232" y="4311396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13232" y="43113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4128" y="4311396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 Chạy song song 2 module báo cáo (report-builder-agent x2)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13232" y="4770882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13232" y="477088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4128" y="4770882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 Audit cache an toàn multi-user (qa-reviewer-agent)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13232" y="5230368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713232" y="52303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024128" y="5230368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 Đối chiếu KPI &amp; bổ sung theo Phụ lục B (SDD gốc)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13232" y="5689854"/>
            <a:ext cx="201168" cy="201168"/>
          </a:xfrm>
          <a:prstGeom prst="ellipse">
            <a:avLst/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713232" y="568985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024128" y="5689854"/>
            <a:ext cx="48920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 Review &amp; nhật ký Tuần 4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263640" y="3703320"/>
            <a:ext cx="5468112" cy="2743200"/>
          </a:xfrm>
          <a:prstGeom prst="roundRect">
            <a:avLst>
              <a:gd name="adj" fmla="val 2667"/>
            </a:avLst>
          </a:prstGeom>
          <a:solidFill>
            <a:srgbClr val="F3F6FB"/>
          </a:solidFill>
          <a:ln/>
          <a:effectLst>
            <a:outerShdw blurRad="76200" dist="25400" dir="5400000" algn="bl" rotWithShape="0">
              <a:srgbClr val="9AA5B4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6519672" y="384962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CẦN CHÚ Ý / VIỆC TIẾP THEO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6519672" y="4270248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Bắt đầu bước 5.1 — 4 module báo cáo còn lại: Đơn hàng, Pricing, Chi phí, Công nợ (mô tả gốc bước 5.1 trong tracker ghi nhầm thêm "Dòng tiền" — đã chốt dời Giai đoạn 2 từ bước 1.3, đã sửa lại tracker)</a:t>
            </a:r>
            <a:endParaRPr lang="en-US" sz="11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rộng &gt;2 subagent chạy song song ở Tuần 5 — cần xác định giới hạn hợp lý trước khi giao việc</a:t>
            </a:r>
            <a:endParaRPr lang="en-US" sz="11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Tồn đọng: MySQL least-privilege user thay root (từ Tuần 1), _DEV_FALLBACK_COOKIE_KEY cần raise lỗi trước production, admin_actions.py 0% coverage</a:t>
            </a:r>
            <a:endParaRPr lang="en-US" sz="1100" dirty="0"/>
          </a:p>
          <a:p>
            <a:pPr marL="177800" indent="-177800">
              <a:lnSpc>
                <a:spcPct val="108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343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Rủi ro overlap KH/NV (nêu ở Tuần 3) đã xử lý ở bước 4.1 — không còn là rủi ro mở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Nguồn dữ liệu: Lich_trinh_thuc_hien_8_tuan_LACCO.xlsx  ·  Slide cập nhật hàng tuần cho Ban Lãnh đạo  ·  Dự án Dashboard LACCO — Giai đoạn 1</a:t>
            </a:r>
            <a:endParaRPr lang="en-US" sz="900" dirty="0"/>
          </a:p>
        </p:txBody>
      </p:sp>
      <p:sp>
        <p:nvSpPr>
          <p:cNvPr id="3017" name="Shape 15 (Tuan3)"/>
          <p:cNvSpPr/>
          <p:nvPr/>
        </p:nvSpPr>
        <p:spPr>
          <a:xfrm>
            <a:off x="3371524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19" name="Text 16 (Tuan3)"/>
          <p:cNvSpPr/>
          <p:nvPr/>
        </p:nvSpPr>
        <p:spPr>
          <a:xfrm>
            <a:off x="3371524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  <p:sp>
        <p:nvSpPr>
          <p:cNvPr id="4017" name="Shape 15 (Tuan4)"/>
          <p:cNvSpPr/>
          <p:nvPr/>
        </p:nvSpPr>
        <p:spPr>
          <a:xfrm>
            <a:off x="4814970" y="3182112"/>
            <a:ext cx="1133856" cy="237744"/>
          </a:xfrm>
          <a:prstGeom prst="roundRect">
            <a:avLst>
              <a:gd name="adj" fmla="val 23077"/>
            </a:avLst>
          </a:prstGeom>
          <a:solidFill>
            <a:srgbClr val="2E8B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19" name="Text 16 (Tuan4)"/>
          <p:cNvSpPr/>
          <p:nvPr/>
        </p:nvSpPr>
        <p:spPr>
          <a:xfrm>
            <a:off x="4814970" y="3182112"/>
            <a:ext cx="1133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Hoàn thành · 100%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312</Words>
  <Application>Microsoft Office PowerPoint</Application>
  <PresentationFormat>Widescreen</PresentationFormat>
  <Paragraphs>59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Minh Tran Duc</cp:lastModifiedBy>
  <cp:revision>2</cp:revision>
  <dcterms:created xsi:type="dcterms:W3CDTF">2026-08-15T10:07:06Z</dcterms:created>
  <dcterms:modified xsi:type="dcterms:W3CDTF">2026-08-24T02:33:44Z</dcterms:modified>
</cp:coreProperties>
</file>