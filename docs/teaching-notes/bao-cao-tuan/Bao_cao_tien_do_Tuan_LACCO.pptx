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853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 DỰ ÁN — DASHBOARD LACCO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1 (WebApp MVP · 8 tuần)  ·  Cập nhật Tuần 3 — 03/09/2026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838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838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44,7%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2387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dự án · 17/38 bước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126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126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0675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5/5 bước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898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8 TUẦN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51560" y="2331720"/>
            <a:ext cx="10104120" cy="0"/>
          </a:xfrm>
          <a:prstGeom prst="line">
            <a:avLst/>
          </a:prstGeom>
          <a:noFill/>
          <a:ln w="25400">
            <a:solidFill>
              <a:srgbClr val="C7C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555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555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yêu cầu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7" name="Shape 15 (Tuan2)"/>
          <p:cNvSpPr/>
          <p:nvPr/>
        </p:nvSpPr>
        <p:spPr>
          <a:xfrm>
            <a:off x="1928078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9" name="Text 16 (Tuan2)"/>
          <p:cNvSpPr/>
          <p:nvPr/>
        </p:nvSpPr>
        <p:spPr>
          <a:xfrm>
            <a:off x="1928078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4632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66406" y="2103120"/>
            <a:ext cx="457200" cy="457200"/>
          </a:xfrm>
          <a:prstGeom prst="ellipse">
            <a:avLst/>
          </a:prstGeom>
          <a:solidFill>
            <a:schemeClr val="tx2">
              <a:lumMod val="75000"/>
            </a:schemeClr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26640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19003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19003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(schema, import)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9851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09851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62449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62449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53297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5329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5894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5894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96743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96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49340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9340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0189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04018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92786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2786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483634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48363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36231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036231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47967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47967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5623560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3232" y="3849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— CHI TIẾT 5 BƯỚC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13232" y="4311396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13232" y="43113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" y="4311396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Xây Auth &amp; RBAC (bcrypt, streamlit-authenticator)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3232" y="4770882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13232" y="477088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4128" y="4770882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Checklist bảo mật (qa-reviewer-agent)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13232" y="5230368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13232" y="52303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24128" y="5230368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Viết test đầu tiên (pytest, 13 test)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13232" y="5689854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13232" y="568985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24128" y="5689854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Cấu hình CI (Ruff + GitHub Actions)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3232" y="6149340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13232" y="61493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4128" y="6149340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Review &amp; nhật ký Tuần 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263640" y="3703320"/>
            <a:ext cx="5468112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519672" y="384962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CHÚ Ý / VIỆC TIẾP THEO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6519672" y="42702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bước 4.1 — Module báo cáo đợt 1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Rủi ro RBAC: 1 khách hàng có thể gắn 2 nhân viên khác nhau (Manager/User) — cần xử lý trước khi code báo cáo Khách hàng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user MySQL least-privilege thay cho root trong .env — tồn đọng từ Tuần 1, ưu tiên tăng vì Auth/RBAC đã chạy thật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_DEV_FALLBACK_COOKIE_KEY hardcoded trong authentication.py — cần đổi thành raise lỗi trước khi có production thật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dữ liệu: Lich_trinh_thuc_hien_8_tuan_LACCO.xlsx  ·  Slide cập nhật hàng tuần cho Ban Lãnh đạo  ·  Dự án Dashboard LACCO — Giai đoạn 1</a:t>
            </a:r>
            <a:endParaRPr lang="en-US" sz="900" dirty="0"/>
          </a:p>
        </p:txBody>
      </p:sp>
      <p:sp>
        <p:nvSpPr>
          <p:cNvPr id="3017" name="Shape 15 (Tuan3)"/>
          <p:cNvSpPr/>
          <p:nvPr/>
        </p:nvSpPr>
        <p:spPr>
          <a:xfrm>
            <a:off x="3371524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9" name="Text 16 (Tuan3)"/>
          <p:cNvSpPr/>
          <p:nvPr/>
        </p:nvSpPr>
        <p:spPr>
          <a:xfrm>
            <a:off x="3371524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312</Words>
  <Application>Microsoft Office PowerPoint</Application>
  <PresentationFormat>Widescreen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Minh Tran Duc</cp:lastModifiedBy>
  <cp:revision>2</cp:revision>
  <dcterms:created xsi:type="dcterms:W3CDTF">2026-08-15T10:07:06Z</dcterms:created>
  <dcterms:modified xsi:type="dcterms:W3CDTF">2026-08-24T02:33:44Z</dcterms:modified>
</cp:coreProperties>
</file>