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853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 ĐỘ DỰ ÁN — DASHBOARD LACCO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1 (WebApp MVP · 8 tuần)  ·  Cập nhật Tuần 7 — 20/10/2026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83880" y="155448"/>
            <a:ext cx="1691640" cy="932688"/>
          </a:xfrm>
          <a:prstGeom prst="roundRect">
            <a:avLst>
              <a:gd name="adj" fmla="val 784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83880" y="219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86,8%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38744" y="7315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dự án · 33/38 bước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12680" y="155448"/>
            <a:ext cx="1691640" cy="932688"/>
          </a:xfrm>
          <a:prstGeom prst="roundRect">
            <a:avLst>
              <a:gd name="adj" fmla="val 784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12680" y="219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067544" y="7315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7 · 4/4 bước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8 TUẦN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2331720"/>
            <a:ext cx="10104120" cy="0"/>
          </a:xfrm>
          <a:prstGeom prst="line">
            <a:avLst/>
          </a:prstGeom>
          <a:noFill/>
          <a:ln w="25400">
            <a:solidFill>
              <a:srgbClr val="C7CF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5557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5557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yêu cầu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" y="3182112"/>
            <a:ext cx="1133856" cy="237744"/>
          </a:xfrm>
          <a:prstGeom prst="roundRect">
            <a:avLst>
              <a:gd name="adj" fmla="val 23077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7" name="Shape 15 (Tuan2)"/>
          <p:cNvSpPr/>
          <p:nvPr/>
        </p:nvSpPr>
        <p:spPr>
          <a:xfrm>
            <a:off x="1928078" y="3182112"/>
            <a:ext cx="1133856" cy="237744"/>
          </a:xfrm>
          <a:prstGeom prst="roundRect">
            <a:avLst>
              <a:gd name="adj" fmla="val 23077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9" name="Text 16 (Tuan2)"/>
          <p:cNvSpPr/>
          <p:nvPr/>
        </p:nvSpPr>
        <p:spPr>
          <a:xfrm>
            <a:off x="1928078" y="318211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· 100%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" y="318211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· 100%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66406" y="2103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19050">
            <a:solidFill>
              <a:srgbClr val="9AA5B4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6640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819003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19003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(schema, import)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9851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09851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2449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62449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53297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53297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05894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5894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đợt 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96743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96743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49340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49340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đợt 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40189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40189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92786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92786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năng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483634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48363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36231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7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036231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927080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927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79677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8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479677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703320"/>
            <a:ext cx="5623560" cy="2743200"/>
          </a:xfrm>
          <a:prstGeom prst="roundRect">
            <a:avLst>
              <a:gd name="adj" fmla="val 2667"/>
            </a:avLst>
          </a:prstGeom>
          <a:solidFill>
            <a:srgbClr val="F3F6FB"/>
          </a:solidFill>
          <a:ln/>
          <a:effectLst>
            <a:outerShdw blurRad="76200" dist="25400" dir="5400000" algn="bl" rotWithShape="0">
              <a:srgbClr val="9AA5B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3232" y="38496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7 — CHI TIẾT 4 BƯỚC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13232" y="4311396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13232" y="43113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24128" y="4311396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  Test suite &amp; security review cuối (175 test, 88% coverage, Fix A + Fix B)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3232" y="4770882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13232" y="477088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24128" y="4770882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 Deploy Windows Server (Windows Service qua Task Scheduler)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13232" y="5230368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13232" y="5230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24128" y="5230368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  Backup/restore MySQL định kỳ (mysqldump + Task Scheduler + OneDrive)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13232" y="5689854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13232" y="568985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24128" y="5689854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  Review &amp; nhật ký Tuần 7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263640" y="3703320"/>
            <a:ext cx="5468112" cy="2743200"/>
          </a:xfrm>
          <a:prstGeom prst="roundRect">
            <a:avLst>
              <a:gd name="adj" fmla="val 2667"/>
            </a:avLst>
          </a:prstGeom>
          <a:solidFill>
            <a:srgbClr val="F3F6FB"/>
          </a:solidFill>
          <a:ln/>
          <a:effectLst>
            <a:outerShdw blurRad="76200" dist="25400" dir="5400000" algn="bl" rotWithShape="0">
              <a:srgbClr val="9AA5B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519672" y="38496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CHÚ Ý / VIỆC TIẾP THEO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519672" y="4270248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7.3 (Backup/restore) đạt đúng tiêu chí nghiệm thu MVP #6 (Kế hoạch triển khai mục 8); 7.1 (test suite + security) và 7.2 (deploy Windows) không thuộc tiêu chí nghiệm thu gốc nhưng củng cố bảo mật và vận hành trước go-live — cả 3 bước đều phát sinh vướng mắc kỹ thuật thật, đã xử lý và ghi đầy đủ ở HD-21/22/23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Tồn đọng từ Tuần 6 ĐÃ xử lý ở bước 7.1: test coverage src/services/ từ 0% lên 88%; 2 khuyến nghị bảo mật (MySQL least-privilege, bỏ cookie key hardcode) đã làm xong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 mang sang Tuần 8/UAT: máy hiện tại vừa dev vừa production, nên tách khi có điều kiện; 2 hạng mục hoãn theo quyết định COO (PDF có chart kaleido, load test khối lượng lớn) chưa chặn go-live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 độ theo lịch (không phải nội dung) tiếp tục trễ ổn định so với mốc dự kiến, không có dấu hiệu trễ thêm — không cần rush hay cắt phạm vi (tracker coi ngày là mốc linh hoạt, không phải deadline cứng)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dữ liệu: Lich_trinh_thuc_hien_8_tuan_LACCO.xlsx  ·  Slide cập nhật hàng tuần cho Ban Lãnh đạo  ·  Dự án Dashboard LACCO — Giai đoạn 1</a:t>
            </a:r>
            <a:endParaRPr lang="en-US" sz="900" dirty="0"/>
          </a:p>
        </p:txBody>
      </p:sp>
      <p:sp>
        <p:nvSpPr>
          <p:cNvPr id="3017" name="Shape 15 (Tuan3)"/>
          <p:cNvSpPr/>
          <p:nvPr/>
        </p:nvSpPr>
        <p:spPr>
          <a:xfrm>
            <a:off x="3371524" y="3182112"/>
            <a:ext cx="1133856" cy="237744"/>
          </a:xfrm>
          <a:prstGeom prst="roundRect">
            <a:avLst>
              <a:gd name="adj" fmla="val 23077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19" name="Text 16 (Tuan3)"/>
          <p:cNvSpPr/>
          <p:nvPr/>
        </p:nvSpPr>
        <p:spPr>
          <a:xfrm>
            <a:off x="3371524" y="318211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· 100%</a:t>
            </a:r>
            <a:endParaRPr lang="en-US" sz="850" dirty="0"/>
          </a:p>
        </p:txBody>
      </p:sp>
      <p:sp>
        <p:nvSpPr>
          <p:cNvPr id="4017" name="Shape 15 (Tuan4)"/>
          <p:cNvSpPr/>
          <p:nvPr/>
        </p:nvSpPr>
        <p:spPr>
          <a:xfrm>
            <a:off x="4814970" y="3182112"/>
            <a:ext cx="1133856" cy="237744"/>
          </a:xfrm>
          <a:prstGeom prst="roundRect">
            <a:avLst>
              <a:gd name="adj" fmla="val 23077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19" name="Text 16 (Tuan4)"/>
          <p:cNvSpPr/>
          <p:nvPr/>
        </p:nvSpPr>
        <p:spPr>
          <a:xfrm>
            <a:off x="4814970" y="318211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· 100%</a:t>
            </a:r>
            <a:endParaRPr lang="en-US" sz="850" dirty="0"/>
          </a:p>
        </p:txBody>
      </p:sp>
      <p:sp>
        <p:nvSpPr>
          <p:cNvPr id="5017" name="Shape 15 (Tuan5)"/>
          <p:cNvSpPr/>
          <p:nvPr/>
        </p:nvSpPr>
        <p:spPr>
          <a:xfrm>
            <a:off x="6258416" y="3182112"/>
            <a:ext cx="1133856" cy="237744"/>
          </a:xfrm>
          <a:prstGeom prst="roundRect">
            <a:avLst>
              <a:gd name="adj" fmla="val 23077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19" name="Text 16 (Tuan5)"/>
          <p:cNvSpPr/>
          <p:nvPr/>
        </p:nvSpPr>
        <p:spPr>
          <a:xfrm>
            <a:off x="6258416" y="318211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· 100%</a:t>
            </a:r>
            <a:endParaRPr lang="en-US" sz="850" dirty="0"/>
          </a:p>
        </p:txBody>
      </p:sp>
      <p:sp>
        <p:nvSpPr>
          <p:cNvPr id="6017" name="Shape 15 (Tuan6)"/>
          <p:cNvSpPr/>
          <p:nvPr/>
        </p:nvSpPr>
        <p:spPr>
          <a:xfrm>
            <a:off x="7701862" y="3182112"/>
            <a:ext cx="1133856" cy="237744"/>
          </a:xfrm>
          <a:prstGeom prst="roundRect">
            <a:avLst>
              <a:gd name="adj" fmla="val 23077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19" name="Text 16 (Tuan6)"/>
          <p:cNvSpPr/>
          <p:nvPr/>
        </p:nvSpPr>
        <p:spPr>
          <a:xfrm>
            <a:off x="7701862" y="318211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· 100%</a:t>
            </a:r>
            <a:endParaRPr lang="en-US" sz="850" dirty="0"/>
          </a:p>
        </p:txBody>
      </p:sp>
      <p:sp>
        <p:nvSpPr>
          <p:cNvPr id="7017" name="Shape 15 (Tuan7)"/>
          <p:cNvSpPr/>
          <p:nvPr/>
        </p:nvSpPr>
        <p:spPr>
          <a:xfrm>
            <a:off x="9036231" y="3182112"/>
            <a:ext cx="1133856" cy="237744"/>
          </a:xfrm>
          <a:prstGeom prst="roundRect">
            <a:avLst>
              <a:gd name="adj" fmla="val 23077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19" name="Text 16 (Tuan7)"/>
          <p:cNvSpPr/>
          <p:nvPr/>
        </p:nvSpPr>
        <p:spPr>
          <a:xfrm>
            <a:off x="9036231" y="318211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· 100%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312</Words>
  <Application>Microsoft Office PowerPoint</Application>
  <PresentationFormat>Widescreen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Minh Tran Duc</cp:lastModifiedBy>
  <cp:revision>2</cp:revision>
  <dcterms:created xsi:type="dcterms:W3CDTF">2026-08-15T10:07:06Z</dcterms:created>
  <dcterms:modified xsi:type="dcterms:W3CDTF">2026-08-24T02:33:44Z</dcterms:modified>
</cp:coreProperties>
</file>