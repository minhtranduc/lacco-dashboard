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 ĐỘ DỰ ÁN — DASHBOARD LACCO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Giai đoạn 1 (WebApp MVP · 8 tuần)  ·  Cập nhật Tuần 2 — 22/08/2026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83880" y="155448"/>
            <a:ext cx="1691640" cy="932688"/>
          </a:xfrm>
          <a:prstGeom prst="roundRect">
            <a:avLst>
              <a:gd name="adj" fmla="val 7843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8183880" y="2194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31,6%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8238744" y="7315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dự án · 12/38 bước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12680" y="155448"/>
            <a:ext cx="1691640" cy="932688"/>
          </a:xfrm>
          <a:prstGeom prst="roundRect">
            <a:avLst>
              <a:gd name="adj" fmla="val 7843"/>
            </a:avLst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10012680" y="2194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067544" y="7315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 · 5/5 bước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898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8 TUẦN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51560" y="2331720"/>
            <a:ext cx="10104120" cy="0"/>
          </a:xfrm>
          <a:prstGeom prst="line">
            <a:avLst/>
          </a:prstGeom>
          <a:noFill/>
          <a:ln w="25400">
            <a:solidFill>
              <a:srgbClr val="C7CF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5557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75557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yêu cầu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</p:sp>
      <p:sp>
        <p:nvSpPr>
          <p:cNvPr id="1017" name="Shape 15 (Tuan2)"/>
          <p:cNvSpPr/>
          <p:nvPr/>
        </p:nvSpPr>
        <p:spPr>
          <a:xfrm>
            <a:off x="1928078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</p:sp>
      <p:sp>
        <p:nvSpPr>
          <p:cNvPr id="1019" name="Text 16 (Tuan2)"/>
          <p:cNvSpPr/>
          <p:nvPr/>
        </p:nvSpPr>
        <p:spPr>
          <a:xfrm>
            <a:off x="1928078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4632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66406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6640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819003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19003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(schema, import)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09851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09851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62449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62449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53297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5329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705894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5894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đợt 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596743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96743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149340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49340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đợt 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0189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40189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592786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2786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năng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483634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48363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36231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036231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927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479677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0479677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3703320"/>
            <a:ext cx="5623560" cy="2743200"/>
          </a:xfrm>
          <a:prstGeom prst="roundRect">
            <a:avLst>
              <a:gd name="adj" fmla="val 2667"/>
            </a:avLst>
          </a:prstGeom>
          <a:solidFill>
            <a:srgbClr val="F3F6FB"/>
          </a:solidFill>
          <a:ln/>
          <a:effectLst>
            <a:outerShdw sx="100000" sy="100000" kx="0" ky="0" algn="bl" rotWithShape="0" blurRad="76200" dist="25400" dir="5400000">
              <a:srgbClr val="9AA5B4">
                <a:alpha val="2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13232" y="3849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 — CHI TIẾT 5 BƯỚC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13232" y="4311396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0" name="Text 48"/>
          <p:cNvSpPr/>
          <p:nvPr/>
        </p:nvSpPr>
        <p:spPr>
          <a:xfrm>
            <a:off x="713232" y="43113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4128" y="4311396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 Thiết kế ERD &amp; giao db-schema-agent</a:t>
            </a:r>
            <a:pPr indent="0" marL="0">
              <a:buNone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13232" y="4770882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3" name="Text 51"/>
          <p:cNvSpPr/>
          <p:nvPr/>
        </p:nvSpPr>
        <p:spPr>
          <a:xfrm>
            <a:off x="713232" y="477088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4128" y="4770882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 Sinh SQLAlchemy models</a:t>
            </a:r>
            <a:pPr indent="0" marL="0">
              <a:buNone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13232" y="5230368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6" name="Text 54"/>
          <p:cNvSpPr/>
          <p:nvPr/>
        </p:nvSpPr>
        <p:spPr>
          <a:xfrm>
            <a:off x="713232" y="52303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24128" y="5230368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 Cài Alembic, migration đầu tiên</a:t>
            </a:r>
            <a:pPr indent="0" marL="0">
              <a:buNone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13232" y="5689854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" y="568985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24128" y="5689854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 Pipeline import Excel/CSV (Pandera)</a:t>
            </a:r>
            <a:pPr indent="0" marL="0">
              <a:buNone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13232" y="6149340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2" name="Text 60"/>
          <p:cNvSpPr/>
          <p:nvPr/>
        </p:nvSpPr>
        <p:spPr>
          <a:xfrm>
            <a:off x="713232" y="61493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4128" y="6149340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 Review &amp; nhật ký Tuần 2</a:t>
            </a:r>
            <a:pPr indent="0" marL="0">
              <a:buNone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263640" y="3703320"/>
            <a:ext cx="5468112" cy="2743200"/>
          </a:xfrm>
          <a:prstGeom prst="roundRect">
            <a:avLst>
              <a:gd name="adj" fmla="val 2667"/>
            </a:avLst>
          </a:prstGeom>
          <a:solidFill>
            <a:srgbClr val="F3F6FB"/>
          </a:solidFill>
          <a:ln/>
          <a:effectLst>
            <a:outerShdw sx="100000" sy="100000" kx="0" ky="0" algn="bl" rotWithShape="0" blurRad="76200" dist="25400" dir="5400000">
              <a:srgbClr val="9AA5B4">
                <a:alpha val="2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6519672" y="384962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CHÚ Ý / VIỆC TIẾP THEO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6519672" y="4270248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mật khẩu MySQL bị lộ trong chat ở bước 2.3 (chưa xác nhận đã xử lý) — cập nhật lại .env và cấu hình MCP sau khi đổi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requirements.txt trước khi Tuần 3 thêm dependency mới (streamlit-authenticator, bcrypt)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dần các mục ERD còn mở (8/10) — ưu tiên debt.aging_bucket trước khi có module báo cáo Công nợ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Bắt đầu bước 3.1 — Xây Auth &amp; RBAC (đăng nhập, bcrypt, session, RBAC 3 cấp theo Khối/Phòng và KH A/B/C)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dữ liệu: Lich_trinh_thuc_hien_8_tuan_LACCO.xlsx  ·  Slide cập nhật hàng tuần cho Ban Lãnh đạo  ·  Dự án Dashboard LACCO — Giai đoạn 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2026-08-15T10:07:06Z</dcterms:created>
  <dcterms:modified xsi:type="dcterms:W3CDTF">2026-08-15T10:07:06Z</dcterms:modified>
</cp:coreProperties>
</file>