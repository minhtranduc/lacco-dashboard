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 ĐỘ DỰ ÁN — DASHBOARD LACCO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1 (WebApp MVP · 8 tuần)  ·  Cập nhật Tuần 1 — 13/08/2026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83880" y="155448"/>
            <a:ext cx="1691640" cy="932688"/>
          </a:xfrm>
          <a:prstGeom prst="roundRect">
            <a:avLst>
              <a:gd name="adj" fmla="val 7843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19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38744" y="7315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dự án · 4/38 bước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12680" y="155448"/>
            <a:ext cx="1691640" cy="932688"/>
          </a:xfrm>
          <a:prstGeom prst="roundRect">
            <a:avLst>
              <a:gd name="adj" fmla="val 7843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0012680" y="219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067544" y="73152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 · 4/7 bước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8 TUẦN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2331720"/>
            <a:ext cx="10104120" cy="0"/>
          </a:xfrm>
          <a:prstGeom prst="line">
            <a:avLst/>
          </a:prstGeom>
          <a:noFill/>
          <a:ln w="25400">
            <a:solidFill>
              <a:srgbClr val="C7CF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5557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5557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yêu cầu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" y="3182112"/>
            <a:ext cx="1133856" cy="237744"/>
          </a:xfrm>
          <a:prstGeom prst="roundRect">
            <a:avLst>
              <a:gd name="adj" fmla="val 23077"/>
            </a:avLst>
          </a:prstGeom>
          <a:solidFill>
            <a:srgbClr val="D98E0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18211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làm · 57%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66406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640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19003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19003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(schema, import)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9851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9851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62449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62449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53297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3297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05894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5894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đợt 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96743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6743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49340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49340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đợt 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0189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0189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92786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92786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năng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483634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8363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36231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036231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27080" y="21031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AA5B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927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79677" y="1719072"/>
            <a:ext cx="1352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8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479677" y="2633472"/>
            <a:ext cx="13520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703320"/>
            <a:ext cx="5623560" cy="2743200"/>
          </a:xfrm>
          <a:prstGeom prst="roundRect">
            <a:avLst>
              <a:gd name="adj" fmla="val 266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9AA5B4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13232" y="3849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 — CHI TIẾT 7 BƯỚC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13232" y="4311396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0" name="Text 48"/>
          <p:cNvSpPr/>
          <p:nvPr/>
        </p:nvSpPr>
        <p:spPr>
          <a:xfrm>
            <a:off x="713232" y="43113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4128" y="4270248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 </a:t>
            </a:r>
            <a:pPr indent="0" marL="0">
              <a:buNone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GitHub repo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3232" y="4617720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3" name="Text 51"/>
          <p:cNvSpPr/>
          <p:nvPr/>
        </p:nvSpPr>
        <p:spPr>
          <a:xfrm>
            <a:off x="713232" y="4617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24128" y="4576572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 </a:t>
            </a:r>
            <a:pPr indent="0" marL="0">
              <a:buNone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Claude Code CLI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13232" y="4924044"/>
            <a:ext cx="201168" cy="201168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6" name="Text 54"/>
          <p:cNvSpPr/>
          <p:nvPr/>
        </p:nvSpPr>
        <p:spPr>
          <a:xfrm>
            <a:off x="713232" y="49240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24128" y="4882896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 </a:t>
            </a:r>
            <a:pPr indent="0" marL="0">
              <a:buNone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thập yêu cầu nghiệp vụ — 5/14 dòng đã rõ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13232" y="5230368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9" name="Text 57"/>
          <p:cNvSpPr/>
          <p:nvPr/>
        </p:nvSpPr>
        <p:spPr>
          <a:xfrm>
            <a:off x="713232" y="5230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24128" y="5189220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 </a:t>
            </a:r>
            <a:pPr indent="0" marL="0">
              <a:buNone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cấu trúc dự án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13232" y="5536692"/>
            <a:ext cx="201168" cy="20116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2" name="Text 60"/>
          <p:cNvSpPr/>
          <p:nvPr/>
        </p:nvSpPr>
        <p:spPr>
          <a:xfrm>
            <a:off x="713232" y="55366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24128" y="5495544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 </a:t>
            </a:r>
            <a:pPr indent="0" marL="0">
              <a:buNone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CLAUDE.md v1 (+ tách .claude/rules)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13232" y="5843016"/>
            <a:ext cx="201168" cy="201168"/>
          </a:xfrm>
          <a:prstGeom prst="ellipse">
            <a:avLst/>
          </a:prstGeom>
          <a:solidFill>
            <a:srgbClr val="AAB4C2"/>
          </a:solidFill>
          <a:ln/>
        </p:spPr>
      </p:sp>
      <p:sp>
        <p:nvSpPr>
          <p:cNvPr id="65" name="Text 63"/>
          <p:cNvSpPr/>
          <p:nvPr/>
        </p:nvSpPr>
        <p:spPr>
          <a:xfrm>
            <a:off x="713232" y="5843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24128" y="5801868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  </a:t>
            </a:r>
            <a:pPr indent="0" marL="0">
              <a:buNone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MCP–MySQL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13232" y="6149340"/>
            <a:ext cx="201168" cy="201168"/>
          </a:xfrm>
          <a:prstGeom prst="ellipse">
            <a:avLst/>
          </a:prstGeom>
          <a:solidFill>
            <a:srgbClr val="AAB4C2"/>
          </a:solidFill>
          <a:ln/>
        </p:spPr>
      </p:sp>
      <p:sp>
        <p:nvSpPr>
          <p:cNvPr id="68" name="Text 66"/>
          <p:cNvSpPr/>
          <p:nvPr/>
        </p:nvSpPr>
        <p:spPr>
          <a:xfrm>
            <a:off x="713232" y="61493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24128" y="6108192"/>
            <a:ext cx="48920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  </a:t>
            </a:r>
            <a:pPr indent="0" marL="0">
              <a:buNone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nhật ký Tuần 1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263640" y="3703320"/>
            <a:ext cx="5468112" cy="2743200"/>
          </a:xfrm>
          <a:prstGeom prst="roundRect">
            <a:avLst>
              <a:gd name="adj" fmla="val 266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9AA5B4">
                <a:alpha val="2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519672" y="3849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CHÚ Ý / VIỆC TIẾP THEO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519672" y="4270248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 phỏng vấn Kế toán – Tài chính (còn 9/14 yêu cầu) — ưu tiên tiêu chí phân loại khách hàng A/B/C và ngưỡng công nợ quá hạn (ảnh hưởng RBAC &amp; cảnh báo dashboard)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kết nối MCP–MySQL để Claude tự truy vấn schema mẫu (bước 1.6)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 lưu đầy đủ mã nguồn &amp; tài liệu hướng dẫn lên GitHub (đang hoàn tất)</a:t>
            </a:r>
            <a:endParaRPr lang="en-US" sz="11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00" dirty="0">
                <a:solidFill>
                  <a:srgbClr val="343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nhật ký tổng kết Tuần 1 sau khi hoàn tất 2 việc trên (bước 1.7)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dữ liệu: Lich_trinh_thuc_hien_8_tuan_LACCO.xlsx  ·  Slide cập nhật hàng tuần cho Ban Lãnh đạo  ·  Dự án Dashboard LACCO — Giai đoạn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2026-08-15T10:07:06Z</dcterms:created>
  <dcterms:modified xsi:type="dcterms:W3CDTF">2026-08-15T10:07:06Z</dcterms:modified>
</cp:coreProperties>
</file>